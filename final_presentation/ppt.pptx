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
  </p:notesMasterIdLst>
  <p:sldIdLst>
    <p:sldId id="256" r:id="rId2"/>
  </p:sldIdLst>
  <p:sldSz cx="32918400" cy="219456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326532"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mn-lt"/>
        <a:ea typeface="+mn-ea"/>
        <a:cs typeface="+mn-cs"/>
        <a:sym typeface="Calibri"/>
      </a:defRPr>
    </a:lvl1pPr>
    <a:lvl2pPr marL="0" marR="0" indent="326532" algn="l" defTabSz="326532"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mn-lt"/>
        <a:ea typeface="+mn-ea"/>
        <a:cs typeface="+mn-cs"/>
        <a:sym typeface="Calibri"/>
      </a:defRPr>
    </a:lvl2pPr>
    <a:lvl3pPr marL="0" marR="0" indent="653064" algn="l" defTabSz="326532"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mn-lt"/>
        <a:ea typeface="+mn-ea"/>
        <a:cs typeface="+mn-cs"/>
        <a:sym typeface="Calibri"/>
      </a:defRPr>
    </a:lvl3pPr>
    <a:lvl4pPr marL="0" marR="0" indent="979596" algn="l" defTabSz="326532"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mn-lt"/>
        <a:ea typeface="+mn-ea"/>
        <a:cs typeface="+mn-cs"/>
        <a:sym typeface="Calibri"/>
      </a:defRPr>
    </a:lvl4pPr>
    <a:lvl5pPr marL="0" marR="0" indent="1306128" algn="l" defTabSz="326532"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mn-lt"/>
        <a:ea typeface="+mn-ea"/>
        <a:cs typeface="+mn-cs"/>
        <a:sym typeface="Calibri"/>
      </a:defRPr>
    </a:lvl5pPr>
    <a:lvl6pPr marL="0" marR="0" indent="1632661" algn="l" defTabSz="326532"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mn-lt"/>
        <a:ea typeface="+mn-ea"/>
        <a:cs typeface="+mn-cs"/>
        <a:sym typeface="Calibri"/>
      </a:defRPr>
    </a:lvl6pPr>
    <a:lvl7pPr marL="0" marR="0" indent="1959193" algn="l" defTabSz="326532"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mn-lt"/>
        <a:ea typeface="+mn-ea"/>
        <a:cs typeface="+mn-cs"/>
        <a:sym typeface="Calibri"/>
      </a:defRPr>
    </a:lvl7pPr>
    <a:lvl8pPr marL="0" marR="0" indent="2285725" algn="l" defTabSz="326532"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mn-lt"/>
        <a:ea typeface="+mn-ea"/>
        <a:cs typeface="+mn-cs"/>
        <a:sym typeface="Calibri"/>
      </a:defRPr>
    </a:lvl8pPr>
    <a:lvl9pPr marL="0" marR="0" indent="2612257" algn="l" defTabSz="326532"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mn-lt"/>
        <a:ea typeface="+mn-ea"/>
        <a:cs typeface="+mn-cs"/>
        <a:sym typeface="Calibri"/>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a:tcStyle>
        <a:tcBdr/>
        <a:fill>
          <a:solidFill>
            <a:srgbClr val="E8EBF5"/>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a:tcStyle>
        <a:tcBdr/>
        <a:fill>
          <a:solidFill>
            <a:srgbClr val="F0F0F0"/>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a:tcStyle>
        <a:tcBdr/>
        <a:fill>
          <a:solidFill>
            <a:srgbClr val="EBF1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94"/>
  </p:normalViewPr>
  <p:slideViewPr>
    <p:cSldViewPr snapToGrid="0" snapToObjects="1">
      <p:cViewPr>
        <p:scale>
          <a:sx n="40" d="100"/>
          <a:sy n="40" d="100"/>
        </p:scale>
        <p:origin x="690" y="3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4" name="Shape 24"/>
          <p:cNvSpPr>
            <a:spLocks noGrp="1" noRot="1" noChangeAspect="1"/>
          </p:cNvSpPr>
          <p:nvPr>
            <p:ph type="sldImg"/>
          </p:nvPr>
        </p:nvSpPr>
        <p:spPr>
          <a:xfrm>
            <a:off x="1143000" y="685800"/>
            <a:ext cx="4572000" cy="3429000"/>
          </a:xfrm>
          <a:prstGeom prst="rect">
            <a:avLst/>
          </a:prstGeom>
        </p:spPr>
        <p:txBody>
          <a:bodyPr/>
          <a:lstStyle/>
          <a:p>
            <a:endParaRPr/>
          </a:p>
        </p:txBody>
      </p:sp>
      <p:sp>
        <p:nvSpPr>
          <p:cNvPr id="25" name="Shape 25"/>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2633155" latinLnBrk="0">
      <a:defRPr sz="3400">
        <a:latin typeface="+mn-lt"/>
        <a:ea typeface="+mn-ea"/>
        <a:cs typeface="+mn-cs"/>
        <a:sym typeface="Calibri"/>
      </a:defRPr>
    </a:lvl1pPr>
    <a:lvl2pPr indent="228600" defTabSz="2633155" latinLnBrk="0">
      <a:defRPr sz="3400">
        <a:latin typeface="+mn-lt"/>
        <a:ea typeface="+mn-ea"/>
        <a:cs typeface="+mn-cs"/>
        <a:sym typeface="Calibri"/>
      </a:defRPr>
    </a:lvl2pPr>
    <a:lvl3pPr indent="457200" defTabSz="2633155" latinLnBrk="0">
      <a:defRPr sz="3400">
        <a:latin typeface="+mn-lt"/>
        <a:ea typeface="+mn-ea"/>
        <a:cs typeface="+mn-cs"/>
        <a:sym typeface="Calibri"/>
      </a:defRPr>
    </a:lvl3pPr>
    <a:lvl4pPr indent="685800" defTabSz="2633155" latinLnBrk="0">
      <a:defRPr sz="3400">
        <a:latin typeface="+mn-lt"/>
        <a:ea typeface="+mn-ea"/>
        <a:cs typeface="+mn-cs"/>
        <a:sym typeface="Calibri"/>
      </a:defRPr>
    </a:lvl4pPr>
    <a:lvl5pPr indent="914400" defTabSz="2633155" latinLnBrk="0">
      <a:defRPr sz="3400">
        <a:latin typeface="+mn-lt"/>
        <a:ea typeface="+mn-ea"/>
        <a:cs typeface="+mn-cs"/>
        <a:sym typeface="Calibri"/>
      </a:defRPr>
    </a:lvl5pPr>
    <a:lvl6pPr indent="1143000" defTabSz="2633155" latinLnBrk="0">
      <a:defRPr sz="3400">
        <a:latin typeface="+mn-lt"/>
        <a:ea typeface="+mn-ea"/>
        <a:cs typeface="+mn-cs"/>
        <a:sym typeface="Calibri"/>
      </a:defRPr>
    </a:lvl6pPr>
    <a:lvl7pPr indent="1371600" defTabSz="2633155" latinLnBrk="0">
      <a:defRPr sz="3400">
        <a:latin typeface="+mn-lt"/>
        <a:ea typeface="+mn-ea"/>
        <a:cs typeface="+mn-cs"/>
        <a:sym typeface="Calibri"/>
      </a:defRPr>
    </a:lvl7pPr>
    <a:lvl8pPr indent="1600200" defTabSz="2633155" latinLnBrk="0">
      <a:defRPr sz="3400">
        <a:latin typeface="+mn-lt"/>
        <a:ea typeface="+mn-ea"/>
        <a:cs typeface="+mn-cs"/>
        <a:sym typeface="Calibri"/>
      </a:defRPr>
    </a:lvl8pPr>
    <a:lvl9pPr indent="1828800" defTabSz="2633155" latinLnBrk="0">
      <a:defRPr sz="3400">
        <a:latin typeface="+mn-lt"/>
        <a:ea typeface="+mn-ea"/>
        <a:cs typeface="+mn-cs"/>
        <a:sym typeface="Calibri"/>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FB AI">
    <p:spTree>
      <p:nvGrpSpPr>
        <p:cNvPr id="1" name=""/>
        <p:cNvGrpSpPr/>
        <p:nvPr/>
      </p:nvGrpSpPr>
      <p:grpSpPr>
        <a:xfrm>
          <a:off x="0" y="0"/>
          <a:ext cx="0" cy="0"/>
          <a:chOff x="0" y="0"/>
          <a:chExt cx="0" cy="0"/>
        </a:xfrm>
      </p:grpSpPr>
      <p:sp>
        <p:nvSpPr>
          <p:cNvPr id="1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FB AI Research ">
    <p:spTree>
      <p:nvGrpSpPr>
        <p:cNvPr id="1" name=""/>
        <p:cNvGrpSpPr/>
        <p:nvPr/>
      </p:nvGrpSpPr>
      <p:grpSpPr>
        <a:xfrm>
          <a:off x="0" y="0"/>
          <a:ext cx="0" cy="0"/>
          <a:chOff x="0" y="0"/>
          <a:chExt cx="0" cy="0"/>
        </a:xfrm>
      </p:grpSpPr>
      <p:sp>
        <p:nvSpPr>
          <p:cNvPr id="1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Text"/>
          <p:cNvSpPr txBox="1">
            <a:spLocks noGrp="1"/>
          </p:cNvSpPr>
          <p:nvPr>
            <p:ph type="title"/>
          </p:nvPr>
        </p:nvSpPr>
        <p:spPr>
          <a:xfrm>
            <a:off x="1645920" y="294640"/>
            <a:ext cx="29626561" cy="48260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lstStyle/>
          <a:p>
            <a:r>
              <a:t>Title Text</a:t>
            </a:r>
          </a:p>
        </p:txBody>
      </p:sp>
      <p:sp>
        <p:nvSpPr>
          <p:cNvPr id="3" name="Body Level One…"/>
          <p:cNvSpPr txBox="1">
            <a:spLocks noGrp="1"/>
          </p:cNvSpPr>
          <p:nvPr>
            <p:ph type="body" idx="1"/>
          </p:nvPr>
        </p:nvSpPr>
        <p:spPr>
          <a:xfrm>
            <a:off x="1645920" y="5120640"/>
            <a:ext cx="29626561" cy="1682496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lstStyle/>
          <a:p>
            <a:r>
              <a:t>Body Level One</a:t>
            </a:r>
          </a:p>
          <a:p>
            <a:pPr lvl="1"/>
            <a:r>
              <a:t>Body Level Two</a:t>
            </a:r>
          </a:p>
          <a:p>
            <a:pPr lvl="2"/>
            <a:r>
              <a:t>Body Level Three</a:t>
            </a:r>
          </a:p>
          <a:p>
            <a:pPr lvl="3"/>
            <a:r>
              <a:t>Body Level Four</a:t>
            </a:r>
          </a:p>
          <a:p>
            <a:pPr lvl="4"/>
            <a:r>
              <a:t>Body Level Five</a:t>
            </a:r>
          </a:p>
        </p:txBody>
      </p:sp>
      <p:sp>
        <p:nvSpPr>
          <p:cNvPr id="4" name="Slide Number"/>
          <p:cNvSpPr txBox="1">
            <a:spLocks noGrp="1"/>
          </p:cNvSpPr>
          <p:nvPr>
            <p:ph type="sldNum" sz="quarter" idx="2"/>
          </p:nvPr>
        </p:nvSpPr>
        <p:spPr>
          <a:xfrm>
            <a:off x="15910559" y="19756119"/>
            <a:ext cx="7680961" cy="1168401"/>
          </a:xfrm>
          <a:prstGeom prst="rect">
            <a:avLst/>
          </a:prstGeom>
          <a:ln w="12700">
            <a:miter lim="400000"/>
          </a:ln>
        </p:spPr>
        <p:txBody>
          <a:bodyPr wrap="none" lIns="45719" rIns="45719" anchor="ctr">
            <a:spAutoFit/>
          </a:bodyPr>
          <a:lstStyle>
            <a:lvl1pPr algn="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transition spd="med"/>
  <p:txStyles>
    <p:titleStyle>
      <a:lvl1pPr marL="0" marR="0" indent="0" algn="l" defTabSz="2926226" rtl="0" latinLnBrk="0">
        <a:lnSpc>
          <a:spcPct val="90000"/>
        </a:lnSpc>
        <a:spcBef>
          <a:spcPts val="0"/>
        </a:spcBef>
        <a:spcAft>
          <a:spcPts val="0"/>
        </a:spcAft>
        <a:buClrTx/>
        <a:buSzTx/>
        <a:buFontTx/>
        <a:buNone/>
        <a:tabLst/>
        <a:defRPr sz="14000" b="0" i="0" u="none" strike="noStrike" cap="none" spc="0" baseline="0">
          <a:solidFill>
            <a:srgbClr val="000000"/>
          </a:solidFill>
          <a:uFillTx/>
          <a:latin typeface="Calibri Light"/>
          <a:ea typeface="Calibri Light"/>
          <a:cs typeface="Calibri Light"/>
          <a:sym typeface="Calibri Light"/>
        </a:defRPr>
      </a:lvl1pPr>
      <a:lvl2pPr marL="0" marR="0" indent="0" algn="l" defTabSz="2926226" rtl="0" latinLnBrk="0">
        <a:lnSpc>
          <a:spcPct val="90000"/>
        </a:lnSpc>
        <a:spcBef>
          <a:spcPts val="0"/>
        </a:spcBef>
        <a:spcAft>
          <a:spcPts val="0"/>
        </a:spcAft>
        <a:buClrTx/>
        <a:buSzTx/>
        <a:buFontTx/>
        <a:buNone/>
        <a:tabLst/>
        <a:defRPr sz="14000" b="0" i="0" u="none" strike="noStrike" cap="none" spc="0" baseline="0">
          <a:solidFill>
            <a:srgbClr val="000000"/>
          </a:solidFill>
          <a:uFillTx/>
          <a:latin typeface="Calibri Light"/>
          <a:ea typeface="Calibri Light"/>
          <a:cs typeface="Calibri Light"/>
          <a:sym typeface="Calibri Light"/>
        </a:defRPr>
      </a:lvl2pPr>
      <a:lvl3pPr marL="0" marR="0" indent="0" algn="l" defTabSz="2926226" rtl="0" latinLnBrk="0">
        <a:lnSpc>
          <a:spcPct val="90000"/>
        </a:lnSpc>
        <a:spcBef>
          <a:spcPts val="0"/>
        </a:spcBef>
        <a:spcAft>
          <a:spcPts val="0"/>
        </a:spcAft>
        <a:buClrTx/>
        <a:buSzTx/>
        <a:buFontTx/>
        <a:buNone/>
        <a:tabLst/>
        <a:defRPr sz="14000" b="0" i="0" u="none" strike="noStrike" cap="none" spc="0" baseline="0">
          <a:solidFill>
            <a:srgbClr val="000000"/>
          </a:solidFill>
          <a:uFillTx/>
          <a:latin typeface="Calibri Light"/>
          <a:ea typeface="Calibri Light"/>
          <a:cs typeface="Calibri Light"/>
          <a:sym typeface="Calibri Light"/>
        </a:defRPr>
      </a:lvl3pPr>
      <a:lvl4pPr marL="0" marR="0" indent="0" algn="l" defTabSz="2926226" rtl="0" latinLnBrk="0">
        <a:lnSpc>
          <a:spcPct val="90000"/>
        </a:lnSpc>
        <a:spcBef>
          <a:spcPts val="0"/>
        </a:spcBef>
        <a:spcAft>
          <a:spcPts val="0"/>
        </a:spcAft>
        <a:buClrTx/>
        <a:buSzTx/>
        <a:buFontTx/>
        <a:buNone/>
        <a:tabLst/>
        <a:defRPr sz="14000" b="0" i="0" u="none" strike="noStrike" cap="none" spc="0" baseline="0">
          <a:solidFill>
            <a:srgbClr val="000000"/>
          </a:solidFill>
          <a:uFillTx/>
          <a:latin typeface="Calibri Light"/>
          <a:ea typeface="Calibri Light"/>
          <a:cs typeface="Calibri Light"/>
          <a:sym typeface="Calibri Light"/>
        </a:defRPr>
      </a:lvl4pPr>
      <a:lvl5pPr marL="0" marR="0" indent="0" algn="l" defTabSz="2926226" rtl="0" latinLnBrk="0">
        <a:lnSpc>
          <a:spcPct val="90000"/>
        </a:lnSpc>
        <a:spcBef>
          <a:spcPts val="0"/>
        </a:spcBef>
        <a:spcAft>
          <a:spcPts val="0"/>
        </a:spcAft>
        <a:buClrTx/>
        <a:buSzTx/>
        <a:buFontTx/>
        <a:buNone/>
        <a:tabLst/>
        <a:defRPr sz="14000" b="0" i="0" u="none" strike="noStrike" cap="none" spc="0" baseline="0">
          <a:solidFill>
            <a:srgbClr val="000000"/>
          </a:solidFill>
          <a:uFillTx/>
          <a:latin typeface="Calibri Light"/>
          <a:ea typeface="Calibri Light"/>
          <a:cs typeface="Calibri Light"/>
          <a:sym typeface="Calibri Light"/>
        </a:defRPr>
      </a:lvl5pPr>
      <a:lvl6pPr marL="0" marR="0" indent="0" algn="l" defTabSz="2926226" rtl="0" latinLnBrk="0">
        <a:lnSpc>
          <a:spcPct val="90000"/>
        </a:lnSpc>
        <a:spcBef>
          <a:spcPts val="0"/>
        </a:spcBef>
        <a:spcAft>
          <a:spcPts val="0"/>
        </a:spcAft>
        <a:buClrTx/>
        <a:buSzTx/>
        <a:buFontTx/>
        <a:buNone/>
        <a:tabLst/>
        <a:defRPr sz="14000" b="0" i="0" u="none" strike="noStrike" cap="none" spc="0" baseline="0">
          <a:solidFill>
            <a:srgbClr val="000000"/>
          </a:solidFill>
          <a:uFillTx/>
          <a:latin typeface="Calibri Light"/>
          <a:ea typeface="Calibri Light"/>
          <a:cs typeface="Calibri Light"/>
          <a:sym typeface="Calibri Light"/>
        </a:defRPr>
      </a:lvl6pPr>
      <a:lvl7pPr marL="0" marR="0" indent="0" algn="l" defTabSz="2926226" rtl="0" latinLnBrk="0">
        <a:lnSpc>
          <a:spcPct val="90000"/>
        </a:lnSpc>
        <a:spcBef>
          <a:spcPts val="0"/>
        </a:spcBef>
        <a:spcAft>
          <a:spcPts val="0"/>
        </a:spcAft>
        <a:buClrTx/>
        <a:buSzTx/>
        <a:buFontTx/>
        <a:buNone/>
        <a:tabLst/>
        <a:defRPr sz="14000" b="0" i="0" u="none" strike="noStrike" cap="none" spc="0" baseline="0">
          <a:solidFill>
            <a:srgbClr val="000000"/>
          </a:solidFill>
          <a:uFillTx/>
          <a:latin typeface="Calibri Light"/>
          <a:ea typeface="Calibri Light"/>
          <a:cs typeface="Calibri Light"/>
          <a:sym typeface="Calibri Light"/>
        </a:defRPr>
      </a:lvl7pPr>
      <a:lvl8pPr marL="0" marR="0" indent="0" algn="l" defTabSz="2926226" rtl="0" latinLnBrk="0">
        <a:lnSpc>
          <a:spcPct val="90000"/>
        </a:lnSpc>
        <a:spcBef>
          <a:spcPts val="0"/>
        </a:spcBef>
        <a:spcAft>
          <a:spcPts val="0"/>
        </a:spcAft>
        <a:buClrTx/>
        <a:buSzTx/>
        <a:buFontTx/>
        <a:buNone/>
        <a:tabLst/>
        <a:defRPr sz="14000" b="0" i="0" u="none" strike="noStrike" cap="none" spc="0" baseline="0">
          <a:solidFill>
            <a:srgbClr val="000000"/>
          </a:solidFill>
          <a:uFillTx/>
          <a:latin typeface="Calibri Light"/>
          <a:ea typeface="Calibri Light"/>
          <a:cs typeface="Calibri Light"/>
          <a:sym typeface="Calibri Light"/>
        </a:defRPr>
      </a:lvl8pPr>
      <a:lvl9pPr marL="0" marR="0" indent="0" algn="l" defTabSz="2926226" rtl="0" latinLnBrk="0">
        <a:lnSpc>
          <a:spcPct val="90000"/>
        </a:lnSpc>
        <a:spcBef>
          <a:spcPts val="0"/>
        </a:spcBef>
        <a:spcAft>
          <a:spcPts val="0"/>
        </a:spcAft>
        <a:buClrTx/>
        <a:buSzTx/>
        <a:buFontTx/>
        <a:buNone/>
        <a:tabLst/>
        <a:defRPr sz="14000" b="0" i="0" u="none" strike="noStrike" cap="none" spc="0" baseline="0">
          <a:solidFill>
            <a:srgbClr val="000000"/>
          </a:solidFill>
          <a:uFillTx/>
          <a:latin typeface="Calibri Light"/>
          <a:ea typeface="Calibri Light"/>
          <a:cs typeface="Calibri Light"/>
          <a:sym typeface="Calibri Light"/>
        </a:defRPr>
      </a:lvl9pPr>
    </p:titleStyle>
    <p:bodyStyle>
      <a:lvl1pPr marL="731556" marR="0" indent="-731556" algn="l" defTabSz="2926226" rtl="0" latinLnBrk="0">
        <a:lnSpc>
          <a:spcPct val="90000"/>
        </a:lnSpc>
        <a:spcBef>
          <a:spcPts val="3200"/>
        </a:spcBef>
        <a:spcAft>
          <a:spcPts val="0"/>
        </a:spcAft>
        <a:buClrTx/>
        <a:buSzPct val="100000"/>
        <a:buFont typeface="Arial"/>
        <a:buChar char="•"/>
        <a:tabLst/>
        <a:defRPr sz="8900" b="0" i="0" u="none" strike="noStrike" cap="none" spc="0" baseline="0">
          <a:solidFill>
            <a:srgbClr val="000000"/>
          </a:solidFill>
          <a:uFillTx/>
          <a:latin typeface="+mn-lt"/>
          <a:ea typeface="+mn-ea"/>
          <a:cs typeface="+mn-cs"/>
          <a:sym typeface="Calibri"/>
        </a:defRPr>
      </a:lvl1pPr>
      <a:lvl2pPr marL="2319804" marR="0" indent="-856691" algn="l" defTabSz="2926226" rtl="0" latinLnBrk="0">
        <a:lnSpc>
          <a:spcPct val="90000"/>
        </a:lnSpc>
        <a:spcBef>
          <a:spcPts val="3200"/>
        </a:spcBef>
        <a:spcAft>
          <a:spcPts val="0"/>
        </a:spcAft>
        <a:buClrTx/>
        <a:buSzPct val="100000"/>
        <a:buFont typeface="Arial"/>
        <a:buChar char="•"/>
        <a:tabLst/>
        <a:defRPr sz="8900" b="0" i="0" u="none" strike="noStrike" cap="none" spc="0" baseline="0">
          <a:solidFill>
            <a:srgbClr val="000000"/>
          </a:solidFill>
          <a:uFillTx/>
          <a:latin typeface="+mn-lt"/>
          <a:ea typeface="+mn-ea"/>
          <a:cs typeface="+mn-cs"/>
          <a:sym typeface="Calibri"/>
        </a:defRPr>
      </a:lvl2pPr>
      <a:lvl3pPr marL="3943547" marR="0" indent="-1017321" algn="l" defTabSz="2926226" rtl="0" latinLnBrk="0">
        <a:lnSpc>
          <a:spcPct val="90000"/>
        </a:lnSpc>
        <a:spcBef>
          <a:spcPts val="3200"/>
        </a:spcBef>
        <a:spcAft>
          <a:spcPts val="0"/>
        </a:spcAft>
        <a:buClrTx/>
        <a:buSzPct val="100000"/>
        <a:buFont typeface="Arial"/>
        <a:buChar char="•"/>
        <a:tabLst/>
        <a:defRPr sz="8900" b="0" i="0" u="none" strike="noStrike" cap="none" spc="0" baseline="0">
          <a:solidFill>
            <a:srgbClr val="000000"/>
          </a:solidFill>
          <a:uFillTx/>
          <a:latin typeface="+mn-lt"/>
          <a:ea typeface="+mn-ea"/>
          <a:cs typeface="+mn-cs"/>
          <a:sym typeface="Calibri"/>
        </a:defRPr>
      </a:lvl3pPr>
      <a:lvl4pPr marL="5531594" marR="0" indent="-1142255" algn="l" defTabSz="2926226" rtl="0" latinLnBrk="0">
        <a:lnSpc>
          <a:spcPct val="90000"/>
        </a:lnSpc>
        <a:spcBef>
          <a:spcPts val="3200"/>
        </a:spcBef>
        <a:spcAft>
          <a:spcPts val="0"/>
        </a:spcAft>
        <a:buClrTx/>
        <a:buSzPct val="100000"/>
        <a:buFont typeface="Arial"/>
        <a:buChar char="•"/>
        <a:tabLst/>
        <a:defRPr sz="8900" b="0" i="0" u="none" strike="noStrike" cap="none" spc="0" baseline="0">
          <a:solidFill>
            <a:srgbClr val="000000"/>
          </a:solidFill>
          <a:uFillTx/>
          <a:latin typeface="+mn-lt"/>
          <a:ea typeface="+mn-ea"/>
          <a:cs typeface="+mn-cs"/>
          <a:sym typeface="Calibri"/>
        </a:defRPr>
      </a:lvl4pPr>
      <a:lvl5pPr marL="6994707" marR="0" indent="-1142255" algn="l" defTabSz="2926226" rtl="0" latinLnBrk="0">
        <a:lnSpc>
          <a:spcPct val="90000"/>
        </a:lnSpc>
        <a:spcBef>
          <a:spcPts val="3200"/>
        </a:spcBef>
        <a:spcAft>
          <a:spcPts val="0"/>
        </a:spcAft>
        <a:buClrTx/>
        <a:buSzPct val="100000"/>
        <a:buFont typeface="Arial"/>
        <a:buChar char="•"/>
        <a:tabLst/>
        <a:defRPr sz="8900" b="0" i="0" u="none" strike="noStrike" cap="none" spc="0" baseline="0">
          <a:solidFill>
            <a:srgbClr val="000000"/>
          </a:solidFill>
          <a:uFillTx/>
          <a:latin typeface="+mn-lt"/>
          <a:ea typeface="+mn-ea"/>
          <a:cs typeface="+mn-cs"/>
          <a:sym typeface="Calibri"/>
        </a:defRPr>
      </a:lvl5pPr>
      <a:lvl6pPr marL="8457820" marR="0" indent="-1142255" algn="l" defTabSz="2926226" rtl="0" latinLnBrk="0">
        <a:lnSpc>
          <a:spcPct val="90000"/>
        </a:lnSpc>
        <a:spcBef>
          <a:spcPts val="3200"/>
        </a:spcBef>
        <a:spcAft>
          <a:spcPts val="0"/>
        </a:spcAft>
        <a:buClrTx/>
        <a:buSzPct val="100000"/>
        <a:buFont typeface="Arial"/>
        <a:buChar char="•"/>
        <a:tabLst/>
        <a:defRPr sz="8900" b="0" i="0" u="none" strike="noStrike" cap="none" spc="0" baseline="0">
          <a:solidFill>
            <a:srgbClr val="000000"/>
          </a:solidFill>
          <a:uFillTx/>
          <a:latin typeface="+mn-lt"/>
          <a:ea typeface="+mn-ea"/>
          <a:cs typeface="+mn-cs"/>
          <a:sym typeface="Calibri"/>
        </a:defRPr>
      </a:lvl6pPr>
      <a:lvl7pPr marL="9920933" marR="0" indent="-1142255" algn="l" defTabSz="2926226" rtl="0" latinLnBrk="0">
        <a:lnSpc>
          <a:spcPct val="90000"/>
        </a:lnSpc>
        <a:spcBef>
          <a:spcPts val="3200"/>
        </a:spcBef>
        <a:spcAft>
          <a:spcPts val="0"/>
        </a:spcAft>
        <a:buClrTx/>
        <a:buSzPct val="100000"/>
        <a:buFont typeface="Arial"/>
        <a:buChar char="•"/>
        <a:tabLst/>
        <a:defRPr sz="8900" b="0" i="0" u="none" strike="noStrike" cap="none" spc="0" baseline="0">
          <a:solidFill>
            <a:srgbClr val="000000"/>
          </a:solidFill>
          <a:uFillTx/>
          <a:latin typeface="+mn-lt"/>
          <a:ea typeface="+mn-ea"/>
          <a:cs typeface="+mn-cs"/>
          <a:sym typeface="Calibri"/>
        </a:defRPr>
      </a:lvl7pPr>
      <a:lvl8pPr marL="11384047" marR="0" indent="-1142255" algn="l" defTabSz="2926226" rtl="0" latinLnBrk="0">
        <a:lnSpc>
          <a:spcPct val="90000"/>
        </a:lnSpc>
        <a:spcBef>
          <a:spcPts val="3200"/>
        </a:spcBef>
        <a:spcAft>
          <a:spcPts val="0"/>
        </a:spcAft>
        <a:buClrTx/>
        <a:buSzPct val="100000"/>
        <a:buFont typeface="Arial"/>
        <a:buChar char="•"/>
        <a:tabLst/>
        <a:defRPr sz="8900" b="0" i="0" u="none" strike="noStrike" cap="none" spc="0" baseline="0">
          <a:solidFill>
            <a:srgbClr val="000000"/>
          </a:solidFill>
          <a:uFillTx/>
          <a:latin typeface="+mn-lt"/>
          <a:ea typeface="+mn-ea"/>
          <a:cs typeface="+mn-cs"/>
          <a:sym typeface="Calibri"/>
        </a:defRPr>
      </a:lvl8pPr>
      <a:lvl9pPr marL="12847160" marR="0" indent="-1142255" algn="l" defTabSz="2926226" rtl="0" latinLnBrk="0">
        <a:lnSpc>
          <a:spcPct val="90000"/>
        </a:lnSpc>
        <a:spcBef>
          <a:spcPts val="3200"/>
        </a:spcBef>
        <a:spcAft>
          <a:spcPts val="0"/>
        </a:spcAft>
        <a:buClrTx/>
        <a:buSzPct val="100000"/>
        <a:buFont typeface="Arial"/>
        <a:buChar char="•"/>
        <a:tabLst/>
        <a:defRPr sz="8900" b="0" i="0" u="none" strike="noStrike" cap="none" spc="0" baseline="0">
          <a:solidFill>
            <a:srgbClr val="000000"/>
          </a:solidFill>
          <a:uFillTx/>
          <a:latin typeface="+mn-lt"/>
          <a:ea typeface="+mn-ea"/>
          <a:cs typeface="+mn-cs"/>
          <a:sym typeface="Calibri"/>
        </a:defRPr>
      </a:lvl9pPr>
    </p:bodyStyle>
    <p:otherStyle>
      <a:lvl1pPr marL="0" marR="0" indent="0" algn="r" defTabSz="326532"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1pPr>
      <a:lvl2pPr marL="0" marR="0" indent="326532" algn="r" defTabSz="326532"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2pPr>
      <a:lvl3pPr marL="0" marR="0" indent="653064" algn="r" defTabSz="326532"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3pPr>
      <a:lvl4pPr marL="0" marR="0" indent="979596" algn="r" defTabSz="326532"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4pPr>
      <a:lvl5pPr marL="0" marR="0" indent="1306128" algn="r" defTabSz="326532"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5pPr>
      <a:lvl6pPr marL="0" marR="0" indent="1632661" algn="r" defTabSz="326532"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6pPr>
      <a:lvl7pPr marL="0" marR="0" indent="1959193" algn="r" defTabSz="326532"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7pPr>
      <a:lvl8pPr marL="0" marR="0" indent="2285725" algn="r" defTabSz="326532"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8pPr>
      <a:lvl9pPr marL="0" marR="0" indent="2612257" algn="r" defTabSz="326532"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jpe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hyperlink" Target="https://datasets.simula.no/depresjon/" TargetMode="Externa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TextBox 35"/>
          <p:cNvSpPr txBox="1"/>
          <p:nvPr/>
        </p:nvSpPr>
        <p:spPr>
          <a:xfrm>
            <a:off x="968275" y="784521"/>
            <a:ext cx="18322615" cy="178510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lvl1pPr>
              <a:defRPr sz="5500">
                <a:latin typeface="Arial"/>
                <a:ea typeface="Arial"/>
                <a:cs typeface="Arial"/>
                <a:sym typeface="Arial"/>
              </a:defRPr>
            </a:lvl1pPr>
          </a:lstStyle>
          <a:p>
            <a:r>
              <a:rPr lang="en-US" b="1" dirty="0"/>
              <a:t>Sequence Modeling and Beyond: Wrist Actigraphy for Bipolar-Unipolar Differentiation</a:t>
            </a:r>
            <a:endParaRPr dirty="0"/>
          </a:p>
        </p:txBody>
      </p:sp>
      <p:sp>
        <p:nvSpPr>
          <p:cNvPr id="33" name="TextBox 38"/>
          <p:cNvSpPr txBox="1"/>
          <p:nvPr/>
        </p:nvSpPr>
        <p:spPr>
          <a:xfrm>
            <a:off x="986246" y="3580560"/>
            <a:ext cx="9367122" cy="113877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lvl1pPr>
              <a:defRPr sz="3400">
                <a:latin typeface="Arial"/>
                <a:ea typeface="Arial"/>
                <a:cs typeface="Arial"/>
                <a:sym typeface="Arial"/>
              </a:defRPr>
            </a:lvl1pPr>
          </a:lstStyle>
          <a:p>
            <a:r>
              <a:rPr lang="en-US" b="1" dirty="0"/>
              <a:t>Why does bipolar disorder go misdiagnosed for 9.5 years?</a:t>
            </a:r>
          </a:p>
        </p:txBody>
      </p:sp>
      <p:sp>
        <p:nvSpPr>
          <p:cNvPr id="34" name="TextBox 39"/>
          <p:cNvSpPr txBox="1"/>
          <p:nvPr/>
        </p:nvSpPr>
        <p:spPr>
          <a:xfrm>
            <a:off x="986246" y="5018530"/>
            <a:ext cx="9064534" cy="315907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nSpc>
                <a:spcPct val="120000"/>
              </a:lnSpc>
              <a:defRPr sz="2100">
                <a:solidFill>
                  <a:srgbClr val="344854"/>
                </a:solidFill>
                <a:latin typeface="Arial"/>
                <a:ea typeface="Arial"/>
                <a:cs typeface="Arial"/>
                <a:sym typeface="Arial"/>
              </a:defRPr>
            </a:lvl1pPr>
          </a:lstStyle>
          <a:p>
            <a:pPr algn="just"/>
            <a:r>
              <a:rPr lang="en-US" dirty="0"/>
              <a:t>Bipolar depression looks identical to unipolar depression clinically both present as low mood and reduced energy. Misdiagnosis can lead to incorrect treatment, and antidepressants can worsen bipolar disorder. Doctors currently rely on patient history alone with no objective test. Prior research used simple statistical summaries (average activity, variance) that miss subtle multi-day temporal patterns. We test if deep learning and statistical analysis can capture the complex temporal structures that distinguish these conditions.</a:t>
            </a:r>
          </a:p>
        </p:txBody>
      </p:sp>
      <p:sp>
        <p:nvSpPr>
          <p:cNvPr id="35" name="TextBox 41"/>
          <p:cNvSpPr txBox="1"/>
          <p:nvPr/>
        </p:nvSpPr>
        <p:spPr>
          <a:xfrm>
            <a:off x="11924211" y="12565866"/>
            <a:ext cx="9130938" cy="548586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nSpc>
                <a:spcPct val="120000"/>
              </a:lnSpc>
              <a:defRPr sz="2100">
                <a:solidFill>
                  <a:srgbClr val="344854"/>
                </a:solidFill>
                <a:latin typeface="Arial"/>
                <a:ea typeface="Arial"/>
                <a:cs typeface="Arial"/>
                <a:sym typeface="Arial"/>
              </a:defRPr>
            </a:lvl1pPr>
          </a:lstStyle>
          <a:p>
            <a:pPr algn="just"/>
            <a:r>
              <a:rPr lang="en-US" dirty="0"/>
              <a:t>No meaningful difference found between bipolar and unipolar activity patterns. Wrist activity data alone is insufficient for diagnosis.</a:t>
            </a:r>
          </a:p>
          <a:p>
            <a:pPr algn="just"/>
            <a:endParaRPr lang="en-US" dirty="0"/>
          </a:p>
          <a:p>
            <a:pPr algn="just"/>
            <a:r>
              <a:rPr lang="en-US" b="1" dirty="0"/>
              <a:t>1. Effect Size Matters: </a:t>
            </a:r>
            <a:r>
              <a:rPr lang="en-US" dirty="0"/>
              <a:t>Even statistically significant differences can be too tiny (Cohen's d = -0.06) to be clinically useful.</a:t>
            </a:r>
          </a:p>
          <a:p>
            <a:pPr algn="just"/>
            <a:r>
              <a:rPr lang="en-US" b="1" dirty="0"/>
              <a:t>2. Timing Matters:</a:t>
            </a:r>
            <a:r>
              <a:rPr lang="en-US" dirty="0"/>
              <a:t> 48-hour windows worked best for recording and analyzing the data; 24hrs data overfits the model, 72hrs underfits.</a:t>
            </a:r>
          </a:p>
          <a:p>
            <a:pPr algn="just"/>
            <a:r>
              <a:rPr lang="en-US" b="1" dirty="0"/>
              <a:t>3. Simplicity Wins:</a:t>
            </a:r>
            <a:r>
              <a:rPr lang="en-US" dirty="0"/>
              <a:t> A 5-feature logistic regression (60.9%) beat complex models with thousands of parameters.</a:t>
            </a:r>
          </a:p>
          <a:p>
            <a:pPr algn="just"/>
            <a:endParaRPr lang="en-US" dirty="0"/>
          </a:p>
          <a:p>
            <a:pPr algn="just"/>
            <a:r>
              <a:rPr lang="en-US" dirty="0"/>
              <a:t>Statistical testing revealed NO meaningful difference (p=0.893, Cohen's d=-0.06)  between bipolar and unipolar activity patterns suggesting single modality wearables are insufficient for clinical differentiation.</a:t>
            </a:r>
          </a:p>
          <a:p>
            <a:pPr algn="just"/>
            <a:endParaRPr lang="en-US" dirty="0"/>
          </a:p>
        </p:txBody>
      </p:sp>
      <p:sp>
        <p:nvSpPr>
          <p:cNvPr id="36" name="TextBox 42"/>
          <p:cNvSpPr txBox="1"/>
          <p:nvPr/>
        </p:nvSpPr>
        <p:spPr>
          <a:xfrm>
            <a:off x="986246" y="8228510"/>
            <a:ext cx="9064534" cy="277127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marL="342900" indent="-342900" algn="just">
              <a:lnSpc>
                <a:spcPct val="120000"/>
              </a:lnSpc>
              <a:buSzPct val="100000"/>
              <a:buFont typeface="Arial"/>
              <a:buChar char="•"/>
              <a:defRPr sz="2100">
                <a:solidFill>
                  <a:srgbClr val="344854"/>
                </a:solidFill>
                <a:latin typeface="Arial"/>
                <a:ea typeface="Arial"/>
                <a:cs typeface="Arial"/>
                <a:sym typeface="Arial"/>
              </a:defRPr>
            </a:pPr>
            <a:r>
              <a:rPr lang="en-US" sz="2100" dirty="0">
                <a:solidFill>
                  <a:srgbClr val="344854"/>
                </a:solidFill>
                <a:latin typeface="Arial"/>
                <a:cs typeface="Arial"/>
              </a:rPr>
              <a:t>Bipolar II depression is extremely hard to distinguish from unipolar depression clinically</a:t>
            </a:r>
          </a:p>
          <a:p>
            <a:pPr marL="342900" indent="-342900" algn="just">
              <a:lnSpc>
                <a:spcPct val="120000"/>
              </a:lnSpc>
              <a:buSzPct val="100000"/>
              <a:buFont typeface="Arial"/>
              <a:buChar char="•"/>
              <a:defRPr sz="2100">
                <a:solidFill>
                  <a:srgbClr val="344854"/>
                </a:solidFill>
                <a:latin typeface="Arial"/>
                <a:ea typeface="Arial"/>
                <a:cs typeface="Arial"/>
                <a:sym typeface="Arial"/>
              </a:defRPr>
            </a:pPr>
            <a:r>
              <a:rPr lang="en-US" sz="2100" dirty="0">
                <a:solidFill>
                  <a:srgbClr val="344854"/>
                </a:solidFill>
                <a:latin typeface="Arial"/>
                <a:cs typeface="Arial"/>
              </a:rPr>
              <a:t>Misdiagnosis is common and leads to treatment failure</a:t>
            </a:r>
          </a:p>
          <a:p>
            <a:pPr marL="342900" indent="-342900" algn="just">
              <a:lnSpc>
                <a:spcPct val="120000"/>
              </a:lnSpc>
              <a:buSzPct val="100000"/>
              <a:buFont typeface="Arial"/>
              <a:buChar char="•"/>
              <a:defRPr sz="2100">
                <a:solidFill>
                  <a:srgbClr val="344854"/>
                </a:solidFill>
                <a:latin typeface="Arial"/>
                <a:ea typeface="Arial"/>
                <a:cs typeface="Arial"/>
                <a:sym typeface="Arial"/>
              </a:defRPr>
            </a:pPr>
            <a:r>
              <a:rPr lang="en-US" sz="2100" dirty="0">
                <a:solidFill>
                  <a:srgbClr val="344854"/>
                </a:solidFill>
                <a:latin typeface="Arial"/>
                <a:cs typeface="Arial"/>
              </a:rPr>
              <a:t>Current medical practice relies on subjective patient history</a:t>
            </a:r>
          </a:p>
          <a:p>
            <a:pPr marL="342900" indent="-342900" algn="just">
              <a:lnSpc>
                <a:spcPct val="120000"/>
              </a:lnSpc>
              <a:buSzPct val="100000"/>
              <a:buFont typeface="Arial"/>
              <a:buChar char="•"/>
              <a:defRPr sz="2100">
                <a:solidFill>
                  <a:srgbClr val="344854"/>
                </a:solidFill>
                <a:latin typeface="Arial"/>
                <a:ea typeface="Arial"/>
                <a:cs typeface="Arial"/>
                <a:sym typeface="Arial"/>
              </a:defRPr>
            </a:pPr>
            <a:r>
              <a:rPr lang="en-US" sz="2100" dirty="0">
                <a:solidFill>
                  <a:srgbClr val="344854"/>
                </a:solidFill>
                <a:latin typeface="Arial"/>
                <a:cs typeface="Arial"/>
              </a:rPr>
              <a:t>Activity tracking (actigraphy) is a potential objective biomarker</a:t>
            </a:r>
          </a:p>
          <a:p>
            <a:pPr marL="342900" indent="-342900" algn="just">
              <a:lnSpc>
                <a:spcPct val="120000"/>
              </a:lnSpc>
              <a:buSzPct val="100000"/>
              <a:buFont typeface="Arial"/>
              <a:buChar char="•"/>
              <a:defRPr sz="2100">
                <a:solidFill>
                  <a:srgbClr val="344854"/>
                </a:solidFill>
                <a:latin typeface="Arial"/>
                <a:ea typeface="Arial"/>
                <a:cs typeface="Arial"/>
                <a:sym typeface="Arial"/>
              </a:defRPr>
            </a:pPr>
            <a:r>
              <a:rPr lang="en-US" sz="2100" dirty="0">
                <a:solidFill>
                  <a:srgbClr val="344854"/>
                </a:solidFill>
                <a:latin typeface="Arial"/>
                <a:cs typeface="Arial"/>
              </a:rPr>
              <a:t>Machine learning has successfully found patterns in other medical conditions using wearable data</a:t>
            </a:r>
          </a:p>
        </p:txBody>
      </p:sp>
      <p:sp>
        <p:nvSpPr>
          <p:cNvPr id="37" name="TextBox 43"/>
          <p:cNvSpPr txBox="1"/>
          <p:nvPr/>
        </p:nvSpPr>
        <p:spPr>
          <a:xfrm>
            <a:off x="11880670" y="3580560"/>
            <a:ext cx="9064533" cy="61555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3400">
                <a:latin typeface="Arial"/>
                <a:ea typeface="Arial"/>
                <a:cs typeface="Arial"/>
                <a:sym typeface="Arial"/>
              </a:defRPr>
            </a:lvl1pPr>
          </a:lstStyle>
          <a:p>
            <a:r>
              <a:rPr lang="en-US" b="1" dirty="0"/>
              <a:t>Model Training and Evaluation</a:t>
            </a:r>
            <a:endParaRPr lang="en-IN" b="1" dirty="0"/>
          </a:p>
        </p:txBody>
      </p:sp>
      <p:sp>
        <p:nvSpPr>
          <p:cNvPr id="39" name="TextBox 45"/>
          <p:cNvSpPr txBox="1"/>
          <p:nvPr/>
        </p:nvSpPr>
        <p:spPr>
          <a:xfrm>
            <a:off x="986246" y="11202393"/>
            <a:ext cx="9064534" cy="61555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3400">
                <a:latin typeface="Arial"/>
                <a:ea typeface="Arial"/>
                <a:cs typeface="Arial"/>
                <a:sym typeface="Arial"/>
              </a:defRPr>
            </a:lvl1pPr>
          </a:lstStyle>
          <a:p>
            <a:r>
              <a:rPr lang="en-IN" b="1" dirty="0"/>
              <a:t>Dataset &amp; Methods</a:t>
            </a:r>
            <a:endParaRPr lang="en-IN" dirty="0"/>
          </a:p>
        </p:txBody>
      </p:sp>
      <p:sp>
        <p:nvSpPr>
          <p:cNvPr id="41" name="TextBox 47"/>
          <p:cNvSpPr txBox="1"/>
          <p:nvPr/>
        </p:nvSpPr>
        <p:spPr>
          <a:xfrm>
            <a:off x="986246" y="12154991"/>
            <a:ext cx="9367122" cy="432246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lvl1pPr>
              <a:lnSpc>
                <a:spcPct val="120000"/>
              </a:lnSpc>
              <a:defRPr sz="2100">
                <a:solidFill>
                  <a:srgbClr val="344854"/>
                </a:solidFill>
                <a:latin typeface="Arial"/>
                <a:ea typeface="Arial"/>
                <a:cs typeface="Arial"/>
                <a:sym typeface="Arial"/>
              </a:defRPr>
            </a:lvl1pPr>
          </a:lstStyle>
          <a:p>
            <a:pPr algn="just"/>
            <a:r>
              <a:rPr lang="en-US" dirty="0"/>
              <a:t>We analyzed 55 participants (32 controls, 23 with mood disorders): 8 bipolar II vs. 15 unipolar depression patients using minute-level wrist activity data. To establish baseline performance and identify meaningful patterns, we first ran baseline experiments comparing healthy vs. depressed individuals and bipolar vs. unipolar patients. Using these thresholds as our benchmark, we then tested three complementary approaches: classical machine learning models across different time windows (24-72 hours), advanced neural networks (</a:t>
            </a:r>
            <a:r>
              <a:rPr lang="en-US" dirty="0" err="1"/>
              <a:t>BiLSTM</a:t>
            </a:r>
            <a:r>
              <a:rPr lang="en-US" dirty="0"/>
              <a:t>, Attention LSTM), and statistical hypothesis testing. Across all approaches, we applied rigorous experimental controls participant-level stratified train/validation/test splits to prevent data leakage and per-participant z-score normalization to remove individual baseline activity differences.</a:t>
            </a:r>
            <a:endParaRPr lang="en-IN" dirty="0"/>
          </a:p>
        </p:txBody>
      </p:sp>
      <p:sp>
        <p:nvSpPr>
          <p:cNvPr id="42" name="TextBox 51"/>
          <p:cNvSpPr txBox="1"/>
          <p:nvPr/>
        </p:nvSpPr>
        <p:spPr>
          <a:xfrm>
            <a:off x="22928580" y="12781469"/>
            <a:ext cx="9029701" cy="61555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3400">
                <a:latin typeface="Arial"/>
                <a:ea typeface="Arial"/>
                <a:cs typeface="Arial"/>
                <a:sym typeface="Arial"/>
              </a:defRPr>
            </a:lvl1pPr>
          </a:lstStyle>
          <a:p>
            <a:r>
              <a:rPr lang="en-IN" b="1" dirty="0"/>
              <a:t>Conclusion &amp; Future Work</a:t>
            </a:r>
            <a:endParaRPr lang="en-IN" dirty="0"/>
          </a:p>
        </p:txBody>
      </p:sp>
      <p:sp>
        <p:nvSpPr>
          <p:cNvPr id="44" name="TextBox 53"/>
          <p:cNvSpPr txBox="1"/>
          <p:nvPr/>
        </p:nvSpPr>
        <p:spPr>
          <a:xfrm>
            <a:off x="22918782" y="13544270"/>
            <a:ext cx="9039498" cy="393466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nSpc>
                <a:spcPct val="120000"/>
              </a:lnSpc>
              <a:defRPr sz="2100">
                <a:solidFill>
                  <a:srgbClr val="344854"/>
                </a:solidFill>
                <a:latin typeface="Arial"/>
                <a:ea typeface="Arial"/>
                <a:cs typeface="Arial"/>
                <a:sym typeface="Arial"/>
              </a:defRPr>
            </a:lvl1pPr>
          </a:lstStyle>
          <a:p>
            <a:pPr algn="just"/>
            <a:r>
              <a:rPr lang="en-US" dirty="0"/>
              <a:t>Wrist activity data alone cannot distinguish bipolar from unipolar depression. To improve this work, we need 200+ patients per group, longitudinal tracking across mood episodes, and multi-modal biomarkers (activity + sleep + heart rate). This negative result is valuable as it guides researchers toward better biomarkers. Future research should combine actigraphy with polysomnography (sleep monitoring) and heart rate data. A multi-modal machine learning approach integrating these signals rather than activity in isolation may finally unlock the biomarker that distinguishes these devastating conditions and accelerates diagnosis from years to weeks.</a:t>
            </a:r>
          </a:p>
        </p:txBody>
      </p:sp>
      <p:sp>
        <p:nvSpPr>
          <p:cNvPr id="48" name="TextBox 60"/>
          <p:cNvSpPr txBox="1"/>
          <p:nvPr/>
        </p:nvSpPr>
        <p:spPr>
          <a:xfrm>
            <a:off x="22928580" y="17832654"/>
            <a:ext cx="6335025" cy="38751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2100">
                <a:latin typeface="Arial"/>
                <a:ea typeface="Arial"/>
                <a:cs typeface="Arial"/>
                <a:sym typeface="Arial"/>
              </a:defRPr>
            </a:lvl1pPr>
          </a:lstStyle>
          <a:p>
            <a:r>
              <a:rPr dirty="0"/>
              <a:t>References</a:t>
            </a:r>
          </a:p>
        </p:txBody>
      </p:sp>
      <p:sp>
        <p:nvSpPr>
          <p:cNvPr id="49" name="TextBox 61"/>
          <p:cNvSpPr txBox="1"/>
          <p:nvPr/>
        </p:nvSpPr>
        <p:spPr>
          <a:xfrm>
            <a:off x="22918782" y="18383490"/>
            <a:ext cx="6344823" cy="324787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nchor="b">
            <a:spAutoFit/>
          </a:bodyPr>
          <a:lstStyle/>
          <a:p>
            <a:pPr algn="just">
              <a:lnSpc>
                <a:spcPct val="120000"/>
              </a:lnSpc>
              <a:spcBef>
                <a:spcPts val="600"/>
              </a:spcBef>
              <a:defRPr sz="1400">
                <a:latin typeface="Arial"/>
                <a:ea typeface="Arial"/>
                <a:cs typeface="Arial"/>
                <a:sym typeface="Arial"/>
              </a:defRPr>
            </a:pPr>
            <a:r>
              <a:rPr lang="en-IN" sz="1400" dirty="0">
                <a:latin typeface="Arial"/>
                <a:cs typeface="Arial"/>
              </a:rPr>
              <a:t>1. Garcia-Ceja et al. (2018). </a:t>
            </a:r>
            <a:r>
              <a:rPr lang="en-IN" sz="1400" dirty="0">
                <a:latin typeface="Arial"/>
                <a:cs typeface="Arial"/>
                <a:hlinkClick r:id="rId2"/>
              </a:rPr>
              <a:t>Depresjon dataset</a:t>
            </a:r>
            <a:r>
              <a:rPr lang="en-IN" sz="1400" dirty="0">
                <a:latin typeface="Arial"/>
                <a:cs typeface="Arial"/>
              </a:rPr>
              <a:t>. ACM Multimedia Systems.</a:t>
            </a:r>
          </a:p>
          <a:p>
            <a:pPr algn="just"/>
            <a:r>
              <a:rPr lang="en-IN" sz="1400" dirty="0">
                <a:latin typeface="Arial"/>
                <a:cs typeface="Arial"/>
              </a:rPr>
              <a:t>2. Fawaz, H. I., Lucas, B., Forestier, G., Pelletier, C., </a:t>
            </a:r>
            <a:r>
              <a:rPr lang="en-IN" sz="1400" dirty="0" err="1">
                <a:latin typeface="Arial"/>
                <a:cs typeface="Arial"/>
              </a:rPr>
              <a:t>Smaïl-Tabbone</a:t>
            </a:r>
            <a:r>
              <a:rPr lang="en-IN" sz="1400" dirty="0">
                <a:latin typeface="Arial"/>
                <a:cs typeface="Arial"/>
              </a:rPr>
              <a:t>, M., </a:t>
            </a:r>
            <a:r>
              <a:rPr lang="en-IN" sz="1400" dirty="0" err="1">
                <a:latin typeface="Arial"/>
                <a:cs typeface="Arial"/>
              </a:rPr>
              <a:t>Koegh</a:t>
            </a:r>
            <a:r>
              <a:rPr lang="en-IN" sz="1400" dirty="0">
                <a:latin typeface="Arial"/>
                <a:cs typeface="Arial"/>
              </a:rPr>
              <a:t>, E. J., &amp; Mueen, A. (2019). Deep learning for time series classification: A review. Data Mining and Knowledge Discovery, 33(4), 917–963.</a:t>
            </a:r>
          </a:p>
          <a:p>
            <a:pPr algn="just"/>
            <a:r>
              <a:rPr lang="en-IN" sz="1400" dirty="0">
                <a:latin typeface="Arial"/>
                <a:cs typeface="Arial"/>
              </a:rPr>
              <a:t>3. Chawla, N. V., Bowyer, K. W., Hall, L. O., &amp; </a:t>
            </a:r>
            <a:r>
              <a:rPr lang="en-IN" sz="1400" dirty="0" err="1">
                <a:latin typeface="Arial"/>
                <a:cs typeface="Arial"/>
              </a:rPr>
              <a:t>Kegelmeyer</a:t>
            </a:r>
            <a:r>
              <a:rPr lang="en-IN" sz="1400" dirty="0">
                <a:latin typeface="Arial"/>
                <a:cs typeface="Arial"/>
              </a:rPr>
              <a:t>, W. P. (2002). SMOTE: Synthetic minority over-sampling technique. Journal of Artificial Intelligence Research, 16, 321–357.</a:t>
            </a:r>
          </a:p>
          <a:p>
            <a:pPr algn="just"/>
            <a:r>
              <a:rPr lang="en-IN" sz="1400" dirty="0">
                <a:latin typeface="Arial"/>
                <a:cs typeface="Arial"/>
              </a:rPr>
              <a:t>4. Cohen, J. (1988). Statistical Power Analysis for the </a:t>
            </a:r>
            <a:r>
              <a:rPr lang="en-IN" sz="1400" dirty="0" err="1">
                <a:latin typeface="Arial"/>
                <a:cs typeface="Arial"/>
              </a:rPr>
              <a:t>Behavioral</a:t>
            </a:r>
            <a:r>
              <a:rPr lang="en-IN" sz="1400" dirty="0">
                <a:latin typeface="Arial"/>
                <a:cs typeface="Arial"/>
              </a:rPr>
              <a:t> Sciences (2nd ed.). Lawrence Erlbaum Associates, Inc.</a:t>
            </a:r>
          </a:p>
          <a:p>
            <a:pPr algn="just"/>
            <a:r>
              <a:rPr lang="en-IN" sz="1400" dirty="0">
                <a:latin typeface="Arial"/>
                <a:cs typeface="Arial"/>
              </a:rPr>
              <a:t>5. Kaplan, K. A., Talbot, L. S., &amp; Haynes, P. L. (2007). Psychiatric illness and sleep. Current Psychiatry Reports, 9(6), 440–447.</a:t>
            </a:r>
          </a:p>
          <a:p>
            <a:pPr algn="just"/>
            <a:r>
              <a:rPr lang="en-IN" sz="1400" dirty="0">
                <a:latin typeface="Arial"/>
                <a:cs typeface="Arial"/>
              </a:rPr>
              <a:t>6. Goodwin, F. K., &amp; Jamison, K. R. (2007). Manic-Depressive Illness: Bipolar Disorders and Recurrent Depression (2nd ed.). Oxford University Press.</a:t>
            </a:r>
          </a:p>
          <a:p>
            <a:pPr marL="342900" indent="-342900" algn="just">
              <a:lnSpc>
                <a:spcPct val="120000"/>
              </a:lnSpc>
              <a:spcBef>
                <a:spcPts val="600"/>
              </a:spcBef>
              <a:buAutoNum type="arabicPeriod"/>
              <a:defRPr sz="1400">
                <a:latin typeface="Arial"/>
                <a:ea typeface="Arial"/>
                <a:cs typeface="Arial"/>
                <a:sym typeface="Arial"/>
              </a:defRPr>
            </a:pPr>
            <a:endParaRPr lang="en-IN" sz="1400" dirty="0">
              <a:latin typeface="Arial"/>
              <a:cs typeface="Arial"/>
            </a:endParaRPr>
          </a:p>
        </p:txBody>
      </p:sp>
      <p:sp>
        <p:nvSpPr>
          <p:cNvPr id="50" name="TextBox 37"/>
          <p:cNvSpPr txBox="1"/>
          <p:nvPr/>
        </p:nvSpPr>
        <p:spPr>
          <a:xfrm>
            <a:off x="19821833" y="961933"/>
            <a:ext cx="6608148" cy="44448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a:lnSpc>
                <a:spcPct val="120000"/>
              </a:lnSpc>
              <a:spcBef>
                <a:spcPts val="1000"/>
              </a:spcBef>
              <a:defRPr sz="2100">
                <a:latin typeface="Arial"/>
                <a:ea typeface="Arial"/>
                <a:cs typeface="Arial"/>
                <a:sym typeface="Arial"/>
              </a:defRPr>
            </a:pPr>
            <a:r>
              <a:rPr lang="en-US" dirty="0"/>
              <a:t>Shikha </a:t>
            </a:r>
            <a:r>
              <a:rPr lang="en-US" dirty="0" err="1"/>
              <a:t>Masurkar</a:t>
            </a:r>
            <a:r>
              <a:rPr lang="en-US" dirty="0"/>
              <a:t>, Harsh Mukesh Sharma</a:t>
            </a:r>
          </a:p>
        </p:txBody>
      </p:sp>
      <p:pic>
        <p:nvPicPr>
          <p:cNvPr id="5" name="Picture 4">
            <a:extLst>
              <a:ext uri="{FF2B5EF4-FFF2-40B4-BE49-F238E27FC236}">
                <a16:creationId xmlns:a16="http://schemas.microsoft.com/office/drawing/2014/main" id="{57C10C0D-31E2-B0D4-DB69-B5256C5B4AFC}"/>
              </a:ext>
            </a:extLst>
          </p:cNvPr>
          <p:cNvPicPr>
            <a:picLocks noChangeAspect="1"/>
          </p:cNvPicPr>
          <p:nvPr/>
        </p:nvPicPr>
        <p:blipFill>
          <a:blip r:embed="rId3"/>
          <a:stretch>
            <a:fillRect/>
          </a:stretch>
        </p:blipFill>
        <p:spPr>
          <a:xfrm>
            <a:off x="968275" y="16990606"/>
            <a:ext cx="9718336" cy="3373502"/>
          </a:xfrm>
          <a:prstGeom prst="rect">
            <a:avLst/>
          </a:prstGeom>
        </p:spPr>
      </p:pic>
      <p:pic>
        <p:nvPicPr>
          <p:cNvPr id="9" name="Picture 8">
            <a:extLst>
              <a:ext uri="{FF2B5EF4-FFF2-40B4-BE49-F238E27FC236}">
                <a16:creationId xmlns:a16="http://schemas.microsoft.com/office/drawing/2014/main" id="{89F81B12-38AE-0E83-976E-5640E8BD0655}"/>
              </a:ext>
            </a:extLst>
          </p:cNvPr>
          <p:cNvPicPr>
            <a:picLocks noChangeAspect="1"/>
          </p:cNvPicPr>
          <p:nvPr/>
        </p:nvPicPr>
        <p:blipFill>
          <a:blip r:embed="rId4"/>
          <a:stretch>
            <a:fillRect/>
          </a:stretch>
        </p:blipFill>
        <p:spPr>
          <a:xfrm>
            <a:off x="11303771" y="4412301"/>
            <a:ext cx="10371818" cy="7144224"/>
          </a:xfrm>
          <a:prstGeom prst="rect">
            <a:avLst/>
          </a:prstGeom>
        </p:spPr>
      </p:pic>
      <p:pic>
        <p:nvPicPr>
          <p:cNvPr id="13" name="Picture 12">
            <a:extLst>
              <a:ext uri="{FF2B5EF4-FFF2-40B4-BE49-F238E27FC236}">
                <a16:creationId xmlns:a16="http://schemas.microsoft.com/office/drawing/2014/main" id="{31EE9404-E02E-B77C-CFF5-4042098D3CAB}"/>
              </a:ext>
            </a:extLst>
          </p:cNvPr>
          <p:cNvPicPr>
            <a:picLocks noChangeAspect="1"/>
          </p:cNvPicPr>
          <p:nvPr/>
        </p:nvPicPr>
        <p:blipFill>
          <a:blip r:embed="rId5"/>
          <a:stretch>
            <a:fillRect/>
          </a:stretch>
        </p:blipFill>
        <p:spPr>
          <a:xfrm>
            <a:off x="22775093" y="3253354"/>
            <a:ext cx="8727462" cy="8883506"/>
          </a:xfrm>
          <a:prstGeom prst="rect">
            <a:avLst/>
          </a:prstGeom>
        </p:spPr>
      </p:pic>
      <p:pic>
        <p:nvPicPr>
          <p:cNvPr id="21" name="Picture 20">
            <a:extLst>
              <a:ext uri="{FF2B5EF4-FFF2-40B4-BE49-F238E27FC236}">
                <a16:creationId xmlns:a16="http://schemas.microsoft.com/office/drawing/2014/main" id="{37865289-1A2C-111F-1479-9265C6A7977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8359305" y="699095"/>
            <a:ext cx="3143250" cy="1609725"/>
          </a:xfrm>
          <a:prstGeom prst="rect">
            <a:avLst/>
          </a:prstGeom>
        </p:spPr>
      </p:pic>
      <p:sp>
        <p:nvSpPr>
          <p:cNvPr id="2" name="TextBox 56">
            <a:extLst>
              <a:ext uri="{FF2B5EF4-FFF2-40B4-BE49-F238E27FC236}">
                <a16:creationId xmlns:a16="http://schemas.microsoft.com/office/drawing/2014/main" id="{69B70D89-A3EF-D81B-E374-0C8F41E50FBB}"/>
              </a:ext>
            </a:extLst>
          </p:cNvPr>
          <p:cNvSpPr txBox="1"/>
          <p:nvPr/>
        </p:nvSpPr>
        <p:spPr>
          <a:xfrm>
            <a:off x="1325501" y="20656962"/>
            <a:ext cx="9029701" cy="292388"/>
          </a:xfrm>
          <a:prstGeom prst="rect">
            <a:avLst/>
          </a:prstGeom>
          <a:ln w="12700">
            <a:miter lim="400000"/>
          </a:ln>
          <a:extLst>
            <a:ext uri="{C572A759-6A51-4108-AA02-DFA0A04FC94B}">
              <ma14:wrappingTextBoxFlag xmlns:lc="http://schemas.openxmlformats.org/drawingml/2006/lockedCanvas" xmlns="" xmlns:m="http://schemas.openxmlformats.org/officeDocument/2006/math" xmlns:a14="http://schemas.microsoft.com/office/drawing/2010/main" xmlns:ma14="http://schemas.microsoft.com/office/mac/drawingml/2011/main" val="1"/>
            </a:ext>
          </a:extLst>
        </p:spPr>
        <p:txBody>
          <a:bodyPr lIns="45719" rIns="45719">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326532" rtl="0" fontAlgn="auto" latinLnBrk="0" hangingPunct="0">
              <a:lnSpc>
                <a:spcPct val="100000"/>
              </a:lnSpc>
              <a:spcBef>
                <a:spcPts val="0"/>
              </a:spcBef>
              <a:spcAft>
                <a:spcPts val="0"/>
              </a:spcAft>
              <a:buClrTx/>
              <a:buSzTx/>
              <a:buFontTx/>
              <a:buNone/>
              <a:tabLst/>
              <a:defRPr kumimoji="0" sz="1300" b="0" i="0" u="none" strike="noStrike" cap="none" spc="0" normalizeH="0" baseline="0">
                <a:ln>
                  <a:noFill/>
                </a:ln>
                <a:solidFill>
                  <a:srgbClr val="344854"/>
                </a:solidFill>
                <a:effectLst/>
                <a:uFillTx/>
                <a:latin typeface="Arial"/>
                <a:ea typeface="Arial"/>
                <a:cs typeface="Arial"/>
                <a:sym typeface="Arial"/>
              </a:defRPr>
            </a:lvl1pPr>
            <a:lvl2pPr marL="0" marR="0" indent="326532" algn="l" defTabSz="326532"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mn-lt"/>
                <a:ea typeface="+mn-ea"/>
                <a:cs typeface="+mn-cs"/>
                <a:sym typeface="Calibri"/>
              </a:defRPr>
            </a:lvl2pPr>
            <a:lvl3pPr marL="0" marR="0" indent="653064" algn="l" defTabSz="326532"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mn-lt"/>
                <a:ea typeface="+mn-ea"/>
                <a:cs typeface="+mn-cs"/>
                <a:sym typeface="Calibri"/>
              </a:defRPr>
            </a:lvl3pPr>
            <a:lvl4pPr marL="0" marR="0" indent="979596" algn="l" defTabSz="326532"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mn-lt"/>
                <a:ea typeface="+mn-ea"/>
                <a:cs typeface="+mn-cs"/>
                <a:sym typeface="Calibri"/>
              </a:defRPr>
            </a:lvl4pPr>
            <a:lvl5pPr marL="0" marR="0" indent="1306128" algn="l" defTabSz="326532"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mn-lt"/>
                <a:ea typeface="+mn-ea"/>
                <a:cs typeface="+mn-cs"/>
                <a:sym typeface="Calibri"/>
              </a:defRPr>
            </a:lvl5pPr>
            <a:lvl6pPr marL="0" marR="0" indent="1632661" algn="l" defTabSz="326532"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mn-lt"/>
                <a:ea typeface="+mn-ea"/>
                <a:cs typeface="+mn-cs"/>
                <a:sym typeface="Calibri"/>
              </a:defRPr>
            </a:lvl6pPr>
            <a:lvl7pPr marL="0" marR="0" indent="1959193" algn="l" defTabSz="326532"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mn-lt"/>
                <a:ea typeface="+mn-ea"/>
                <a:cs typeface="+mn-cs"/>
                <a:sym typeface="Calibri"/>
              </a:defRPr>
            </a:lvl7pPr>
            <a:lvl8pPr marL="0" marR="0" indent="2285725" algn="l" defTabSz="326532"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mn-lt"/>
                <a:ea typeface="+mn-ea"/>
                <a:cs typeface="+mn-cs"/>
                <a:sym typeface="Calibri"/>
              </a:defRPr>
            </a:lvl8pPr>
            <a:lvl9pPr marL="0" marR="0" indent="2612257" algn="l" defTabSz="326532"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mn-lt"/>
                <a:ea typeface="+mn-ea"/>
                <a:cs typeface="+mn-cs"/>
                <a:sym typeface="Calibri"/>
              </a:defRPr>
            </a:lvl9pPr>
          </a:lstStyle>
          <a:p>
            <a:r>
              <a:rPr lang="en-US" dirty="0"/>
              <a:t>Figure 1: Visualizing the </a:t>
            </a:r>
            <a:r>
              <a:rPr lang="en-US" dirty="0" err="1"/>
              <a:t>Depresjon</a:t>
            </a:r>
            <a:r>
              <a:rPr lang="en-US" dirty="0"/>
              <a:t> dataset.</a:t>
            </a:r>
            <a:endParaRPr dirty="0"/>
          </a:p>
        </p:txBody>
      </p:sp>
      <p:sp>
        <p:nvSpPr>
          <p:cNvPr id="3" name="TextBox 56">
            <a:extLst>
              <a:ext uri="{FF2B5EF4-FFF2-40B4-BE49-F238E27FC236}">
                <a16:creationId xmlns:a16="http://schemas.microsoft.com/office/drawing/2014/main" id="{D87AE0EE-1F2A-81C4-81D0-0F667E398CB7}"/>
              </a:ext>
            </a:extLst>
          </p:cNvPr>
          <p:cNvSpPr txBox="1"/>
          <p:nvPr/>
        </p:nvSpPr>
        <p:spPr>
          <a:xfrm>
            <a:off x="11928197" y="11810497"/>
            <a:ext cx="9029701" cy="292388"/>
          </a:xfrm>
          <a:prstGeom prst="rect">
            <a:avLst/>
          </a:prstGeom>
          <a:ln w="12700">
            <a:miter lim="400000"/>
          </a:ln>
          <a:extLst>
            <a:ext uri="{C572A759-6A51-4108-AA02-DFA0A04FC94B}">
              <ma14:wrappingTextBoxFlag xmlns:lc="http://schemas.openxmlformats.org/drawingml/2006/lockedCanvas" xmlns="" xmlns:m="http://schemas.openxmlformats.org/officeDocument/2006/math" xmlns:a14="http://schemas.microsoft.com/office/drawing/2010/main" xmlns:ma14="http://schemas.microsoft.com/office/mac/drawingml/2011/main" val="1"/>
            </a:ext>
          </a:extLst>
        </p:spPr>
        <p:txBody>
          <a:bodyPr lIns="45719" rIns="45719">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326532" rtl="0" fontAlgn="auto" latinLnBrk="0" hangingPunct="0">
              <a:lnSpc>
                <a:spcPct val="100000"/>
              </a:lnSpc>
              <a:spcBef>
                <a:spcPts val="0"/>
              </a:spcBef>
              <a:spcAft>
                <a:spcPts val="0"/>
              </a:spcAft>
              <a:buClrTx/>
              <a:buSzTx/>
              <a:buFontTx/>
              <a:buNone/>
              <a:tabLst/>
              <a:defRPr kumimoji="0" sz="1300" b="0" i="0" u="none" strike="noStrike" cap="none" spc="0" normalizeH="0" baseline="0">
                <a:ln>
                  <a:noFill/>
                </a:ln>
                <a:solidFill>
                  <a:srgbClr val="344854"/>
                </a:solidFill>
                <a:effectLst/>
                <a:uFillTx/>
                <a:latin typeface="Arial"/>
                <a:ea typeface="Arial"/>
                <a:cs typeface="Arial"/>
                <a:sym typeface="Arial"/>
              </a:defRPr>
            </a:lvl1pPr>
            <a:lvl2pPr marL="0" marR="0" indent="326532" algn="l" defTabSz="326532"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mn-lt"/>
                <a:ea typeface="+mn-ea"/>
                <a:cs typeface="+mn-cs"/>
                <a:sym typeface="Calibri"/>
              </a:defRPr>
            </a:lvl2pPr>
            <a:lvl3pPr marL="0" marR="0" indent="653064" algn="l" defTabSz="326532"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mn-lt"/>
                <a:ea typeface="+mn-ea"/>
                <a:cs typeface="+mn-cs"/>
                <a:sym typeface="Calibri"/>
              </a:defRPr>
            </a:lvl3pPr>
            <a:lvl4pPr marL="0" marR="0" indent="979596" algn="l" defTabSz="326532"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mn-lt"/>
                <a:ea typeface="+mn-ea"/>
                <a:cs typeface="+mn-cs"/>
                <a:sym typeface="Calibri"/>
              </a:defRPr>
            </a:lvl4pPr>
            <a:lvl5pPr marL="0" marR="0" indent="1306128" algn="l" defTabSz="326532"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mn-lt"/>
                <a:ea typeface="+mn-ea"/>
                <a:cs typeface="+mn-cs"/>
                <a:sym typeface="Calibri"/>
              </a:defRPr>
            </a:lvl5pPr>
            <a:lvl6pPr marL="0" marR="0" indent="1632661" algn="l" defTabSz="326532"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mn-lt"/>
                <a:ea typeface="+mn-ea"/>
                <a:cs typeface="+mn-cs"/>
                <a:sym typeface="Calibri"/>
              </a:defRPr>
            </a:lvl6pPr>
            <a:lvl7pPr marL="0" marR="0" indent="1959193" algn="l" defTabSz="326532"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mn-lt"/>
                <a:ea typeface="+mn-ea"/>
                <a:cs typeface="+mn-cs"/>
                <a:sym typeface="Calibri"/>
              </a:defRPr>
            </a:lvl7pPr>
            <a:lvl8pPr marL="0" marR="0" indent="2285725" algn="l" defTabSz="326532"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mn-lt"/>
                <a:ea typeface="+mn-ea"/>
                <a:cs typeface="+mn-cs"/>
                <a:sym typeface="Calibri"/>
              </a:defRPr>
            </a:lvl8pPr>
            <a:lvl9pPr marL="0" marR="0" indent="2612257" algn="l" defTabSz="326532"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mn-lt"/>
                <a:ea typeface="+mn-ea"/>
                <a:cs typeface="+mn-cs"/>
                <a:sym typeface="Calibri"/>
              </a:defRPr>
            </a:lvl9pPr>
          </a:lstStyle>
          <a:p>
            <a:r>
              <a:rPr lang="en-US" dirty="0"/>
              <a:t>Figure 2: Models and their accuracies.</a:t>
            </a:r>
            <a:endParaRPr dirty="0"/>
          </a:p>
        </p:txBody>
      </p:sp>
      <p:sp>
        <p:nvSpPr>
          <p:cNvPr id="4" name="TextBox 56">
            <a:extLst>
              <a:ext uri="{FF2B5EF4-FFF2-40B4-BE49-F238E27FC236}">
                <a16:creationId xmlns:a16="http://schemas.microsoft.com/office/drawing/2014/main" id="{502CBF4C-784E-8F3E-A7FC-C67987948769}"/>
              </a:ext>
            </a:extLst>
          </p:cNvPr>
          <p:cNvSpPr txBox="1"/>
          <p:nvPr/>
        </p:nvSpPr>
        <p:spPr>
          <a:xfrm>
            <a:off x="23009861" y="12238669"/>
            <a:ext cx="9029701" cy="292388"/>
          </a:xfrm>
          <a:prstGeom prst="rect">
            <a:avLst/>
          </a:prstGeom>
          <a:ln w="12700">
            <a:miter lim="400000"/>
          </a:ln>
          <a:extLst>
            <a:ext uri="{C572A759-6A51-4108-AA02-DFA0A04FC94B}">
              <ma14:wrappingTextBoxFlag xmlns:lc="http://schemas.openxmlformats.org/drawingml/2006/lockedCanvas" xmlns="" xmlns:m="http://schemas.openxmlformats.org/officeDocument/2006/math" xmlns:a14="http://schemas.microsoft.com/office/drawing/2010/main" xmlns:ma14="http://schemas.microsoft.com/office/mac/drawingml/2011/main" val="1"/>
            </a:ext>
          </a:extLst>
        </p:spPr>
        <p:txBody>
          <a:bodyPr lIns="45719" rIns="45719">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326532" rtl="0" fontAlgn="auto" latinLnBrk="0" hangingPunct="0">
              <a:lnSpc>
                <a:spcPct val="100000"/>
              </a:lnSpc>
              <a:spcBef>
                <a:spcPts val="0"/>
              </a:spcBef>
              <a:spcAft>
                <a:spcPts val="0"/>
              </a:spcAft>
              <a:buClrTx/>
              <a:buSzTx/>
              <a:buFontTx/>
              <a:buNone/>
              <a:tabLst/>
              <a:defRPr kumimoji="0" sz="1300" b="0" i="0" u="none" strike="noStrike" cap="none" spc="0" normalizeH="0" baseline="0">
                <a:ln>
                  <a:noFill/>
                </a:ln>
                <a:solidFill>
                  <a:srgbClr val="344854"/>
                </a:solidFill>
                <a:effectLst/>
                <a:uFillTx/>
                <a:latin typeface="Arial"/>
                <a:ea typeface="Arial"/>
                <a:cs typeface="Arial"/>
                <a:sym typeface="Arial"/>
              </a:defRPr>
            </a:lvl1pPr>
            <a:lvl2pPr marL="0" marR="0" indent="326532" algn="l" defTabSz="326532"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mn-lt"/>
                <a:ea typeface="+mn-ea"/>
                <a:cs typeface="+mn-cs"/>
                <a:sym typeface="Calibri"/>
              </a:defRPr>
            </a:lvl2pPr>
            <a:lvl3pPr marL="0" marR="0" indent="653064" algn="l" defTabSz="326532"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mn-lt"/>
                <a:ea typeface="+mn-ea"/>
                <a:cs typeface="+mn-cs"/>
                <a:sym typeface="Calibri"/>
              </a:defRPr>
            </a:lvl3pPr>
            <a:lvl4pPr marL="0" marR="0" indent="979596" algn="l" defTabSz="326532"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mn-lt"/>
                <a:ea typeface="+mn-ea"/>
                <a:cs typeface="+mn-cs"/>
                <a:sym typeface="Calibri"/>
              </a:defRPr>
            </a:lvl4pPr>
            <a:lvl5pPr marL="0" marR="0" indent="1306128" algn="l" defTabSz="326532"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mn-lt"/>
                <a:ea typeface="+mn-ea"/>
                <a:cs typeface="+mn-cs"/>
                <a:sym typeface="Calibri"/>
              </a:defRPr>
            </a:lvl5pPr>
            <a:lvl6pPr marL="0" marR="0" indent="1632661" algn="l" defTabSz="326532"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mn-lt"/>
                <a:ea typeface="+mn-ea"/>
                <a:cs typeface="+mn-cs"/>
                <a:sym typeface="Calibri"/>
              </a:defRPr>
            </a:lvl6pPr>
            <a:lvl7pPr marL="0" marR="0" indent="1959193" algn="l" defTabSz="326532"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mn-lt"/>
                <a:ea typeface="+mn-ea"/>
                <a:cs typeface="+mn-cs"/>
                <a:sym typeface="Calibri"/>
              </a:defRPr>
            </a:lvl7pPr>
            <a:lvl8pPr marL="0" marR="0" indent="2285725" algn="l" defTabSz="326532"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mn-lt"/>
                <a:ea typeface="+mn-ea"/>
                <a:cs typeface="+mn-cs"/>
                <a:sym typeface="Calibri"/>
              </a:defRPr>
            </a:lvl8pPr>
            <a:lvl9pPr marL="0" marR="0" indent="2612257" algn="l" defTabSz="326532"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mn-lt"/>
                <a:ea typeface="+mn-ea"/>
                <a:cs typeface="+mn-cs"/>
                <a:sym typeface="Calibri"/>
              </a:defRPr>
            </a:lvl9pPr>
          </a:lstStyle>
          <a:p>
            <a:r>
              <a:rPr lang="en-US" dirty="0"/>
              <a:t>Figure 3: Results of the best trained models.</a:t>
            </a:r>
            <a:endParaRPr dirty="0"/>
          </a:p>
        </p:txBody>
      </p:sp>
      <p:sp>
        <p:nvSpPr>
          <p:cNvPr id="6" name="TextBox 56">
            <a:extLst>
              <a:ext uri="{FF2B5EF4-FFF2-40B4-BE49-F238E27FC236}">
                <a16:creationId xmlns:a16="http://schemas.microsoft.com/office/drawing/2014/main" id="{25E07FA4-A5C0-376A-FFFD-C982EDEC092F}"/>
              </a:ext>
            </a:extLst>
          </p:cNvPr>
          <p:cNvSpPr txBox="1"/>
          <p:nvPr/>
        </p:nvSpPr>
        <p:spPr>
          <a:xfrm>
            <a:off x="12057001" y="20466462"/>
            <a:ext cx="9029701" cy="292388"/>
          </a:xfrm>
          <a:prstGeom prst="rect">
            <a:avLst/>
          </a:prstGeom>
          <a:ln w="12700">
            <a:miter lim="400000"/>
          </a:ln>
          <a:extLst>
            <a:ext uri="{C572A759-6A51-4108-AA02-DFA0A04FC94B}">
              <ma14:wrappingTextBoxFlag xmlns:lc="http://schemas.openxmlformats.org/drawingml/2006/lockedCanvas" xmlns="" xmlns:m="http://schemas.openxmlformats.org/officeDocument/2006/math" xmlns:a14="http://schemas.microsoft.com/office/drawing/2010/main" xmlns:ma14="http://schemas.microsoft.com/office/mac/drawingml/2011/main" val="1"/>
            </a:ext>
          </a:extLst>
        </p:spPr>
        <p:txBody>
          <a:bodyPr lIns="45719" rIns="45719">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326532" rtl="0" fontAlgn="auto" latinLnBrk="0" hangingPunct="0">
              <a:lnSpc>
                <a:spcPct val="100000"/>
              </a:lnSpc>
              <a:spcBef>
                <a:spcPts val="0"/>
              </a:spcBef>
              <a:spcAft>
                <a:spcPts val="0"/>
              </a:spcAft>
              <a:buClrTx/>
              <a:buSzTx/>
              <a:buFontTx/>
              <a:buNone/>
              <a:tabLst/>
              <a:defRPr kumimoji="0" sz="1300" b="0" i="0" u="none" strike="noStrike" cap="none" spc="0" normalizeH="0" baseline="0">
                <a:ln>
                  <a:noFill/>
                </a:ln>
                <a:solidFill>
                  <a:srgbClr val="344854"/>
                </a:solidFill>
                <a:effectLst/>
                <a:uFillTx/>
                <a:latin typeface="Arial"/>
                <a:ea typeface="Arial"/>
                <a:cs typeface="Arial"/>
                <a:sym typeface="Arial"/>
              </a:defRPr>
            </a:lvl1pPr>
            <a:lvl2pPr marL="0" marR="0" indent="326532" algn="l" defTabSz="326532"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mn-lt"/>
                <a:ea typeface="+mn-ea"/>
                <a:cs typeface="+mn-cs"/>
                <a:sym typeface="Calibri"/>
              </a:defRPr>
            </a:lvl2pPr>
            <a:lvl3pPr marL="0" marR="0" indent="653064" algn="l" defTabSz="326532"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mn-lt"/>
                <a:ea typeface="+mn-ea"/>
                <a:cs typeface="+mn-cs"/>
                <a:sym typeface="Calibri"/>
              </a:defRPr>
            </a:lvl3pPr>
            <a:lvl4pPr marL="0" marR="0" indent="979596" algn="l" defTabSz="326532"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mn-lt"/>
                <a:ea typeface="+mn-ea"/>
                <a:cs typeface="+mn-cs"/>
                <a:sym typeface="Calibri"/>
              </a:defRPr>
            </a:lvl4pPr>
            <a:lvl5pPr marL="0" marR="0" indent="1306128" algn="l" defTabSz="326532"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mn-lt"/>
                <a:ea typeface="+mn-ea"/>
                <a:cs typeface="+mn-cs"/>
                <a:sym typeface="Calibri"/>
              </a:defRPr>
            </a:lvl5pPr>
            <a:lvl6pPr marL="0" marR="0" indent="1632661" algn="l" defTabSz="326532"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mn-lt"/>
                <a:ea typeface="+mn-ea"/>
                <a:cs typeface="+mn-cs"/>
                <a:sym typeface="Calibri"/>
              </a:defRPr>
            </a:lvl6pPr>
            <a:lvl7pPr marL="0" marR="0" indent="1959193" algn="l" defTabSz="326532"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mn-lt"/>
                <a:ea typeface="+mn-ea"/>
                <a:cs typeface="+mn-cs"/>
                <a:sym typeface="Calibri"/>
              </a:defRPr>
            </a:lvl7pPr>
            <a:lvl8pPr marL="0" marR="0" indent="2285725" algn="l" defTabSz="326532"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mn-lt"/>
                <a:ea typeface="+mn-ea"/>
                <a:cs typeface="+mn-cs"/>
                <a:sym typeface="Calibri"/>
              </a:defRPr>
            </a:lvl8pPr>
            <a:lvl9pPr marL="0" marR="0" indent="2612257" algn="l" defTabSz="326532"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mn-lt"/>
                <a:ea typeface="+mn-ea"/>
                <a:cs typeface="+mn-cs"/>
                <a:sym typeface="Calibri"/>
              </a:defRPr>
            </a:lvl9pPr>
          </a:lstStyle>
          <a:p>
            <a:r>
              <a:rPr lang="en-US" dirty="0"/>
              <a:t>Table 1: Best performing models from </a:t>
            </a:r>
            <a:r>
              <a:rPr lang="en-US"/>
              <a:t>each approach.</a:t>
            </a:r>
            <a:endParaRPr dirty="0"/>
          </a:p>
        </p:txBody>
      </p:sp>
      <p:pic>
        <p:nvPicPr>
          <p:cNvPr id="8" name="Picture 7">
            <a:extLst>
              <a:ext uri="{FF2B5EF4-FFF2-40B4-BE49-F238E27FC236}">
                <a16:creationId xmlns:a16="http://schemas.microsoft.com/office/drawing/2014/main" id="{32558B41-6DA5-4B0B-89CC-1ED7F4E3317A}"/>
              </a:ext>
            </a:extLst>
          </p:cNvPr>
          <p:cNvPicPr>
            <a:picLocks noChangeAspect="1"/>
          </p:cNvPicPr>
          <p:nvPr/>
        </p:nvPicPr>
        <p:blipFill>
          <a:blip r:embed="rId7"/>
          <a:srcRect b="16909"/>
          <a:stretch>
            <a:fillRect/>
          </a:stretch>
        </p:blipFill>
        <p:spPr>
          <a:xfrm>
            <a:off x="12871244" y="17775041"/>
            <a:ext cx="7304556" cy="2627362"/>
          </a:xfrm>
          <a:prstGeom prst="rect">
            <a:avLst/>
          </a:prstGeom>
        </p:spPr>
      </p:pic>
      <p:pic>
        <p:nvPicPr>
          <p:cNvPr id="10" name="Picture 9">
            <a:extLst>
              <a:ext uri="{FF2B5EF4-FFF2-40B4-BE49-F238E27FC236}">
                <a16:creationId xmlns:a16="http://schemas.microsoft.com/office/drawing/2014/main" id="{23F91B60-A86E-7C64-DC9C-3C67DB8AE2E8}"/>
              </a:ext>
            </a:extLst>
          </p:cNvPr>
          <p:cNvPicPr>
            <a:picLocks noChangeAspect="1"/>
          </p:cNvPicPr>
          <p:nvPr/>
        </p:nvPicPr>
        <p:blipFill>
          <a:blip r:embed="rId8">
            <a:extLst>
              <a:ext uri="{28A0092B-C50C-407E-A947-70E740481C1C}">
                <a14:useLocalDpi xmlns:a14="http://schemas.microsoft.com/office/drawing/2010/main" val="0"/>
              </a:ext>
            </a:extLst>
          </a:blip>
          <a:srcRect l="8289" t="25807" r="9078" b="24048"/>
          <a:stretch>
            <a:fillRect/>
          </a:stretch>
        </p:blipFill>
        <p:spPr>
          <a:xfrm>
            <a:off x="29454680" y="18162287"/>
            <a:ext cx="3284700" cy="3072239"/>
          </a:xfrm>
          <a:prstGeom prst="rect">
            <a:avLst/>
          </a:prstGeom>
        </p:spPr>
      </p:pic>
    </p:spTree>
  </p:cSld>
  <p:clrMapOvr>
    <a:masterClrMapping/>
  </p:clrMapOvr>
  <p:transition spd="med"/>
</p:sld>
</file>

<file path=ppt/theme/theme1.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326532"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326532"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326532"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326532"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296</TotalTime>
  <Words>775</Words>
  <Application>Microsoft Office PowerPoint</Application>
  <PresentationFormat>Custom</PresentationFormat>
  <Paragraphs>32</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Calibri Light</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Harsh Mukesh Sharma</dc:creator>
  <cp:lastModifiedBy>Harsh Mukesh Sharma</cp:lastModifiedBy>
  <cp:revision>13</cp:revision>
  <dcterms:modified xsi:type="dcterms:W3CDTF">2026-04-20T01:37:09Z</dcterms:modified>
</cp:coreProperties>
</file>